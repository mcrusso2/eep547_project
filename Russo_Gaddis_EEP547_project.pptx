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1BAE-7561-41E5-D6B3-C6008C5265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498C5-28E3-3B49-2BDA-ED42B7F035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6FD15-C108-E694-1328-27AA2468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D2E69-3974-5517-6B18-A03893EB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31E1E-2DA2-72BC-503B-A491AFEB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040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61B8-4EAD-71BC-BF0A-9EB436A4C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AA8BF-4A43-77DD-AFCC-F277B30DD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DE99F-69AD-0C38-7AA2-58047FD3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7A1CB-5EE2-848B-56D4-34F9DF025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71AE8-4571-D42A-A784-A4A5E4F3C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339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CB7E7-F30A-D294-7FC4-F29F4157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77A60-F52B-0179-47AD-B7BFDEE0A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7B00C-59B3-CCCA-E9A2-5AD9EC73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FD5D2-1BB3-99B1-BB15-845717A8B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B838F-EFE7-AE28-6A8E-1E78CA9A5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572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23230-A71C-560F-4FCE-0364EBECA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9DC76-B264-D8EF-406F-D26906261A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58BA89-6338-F492-DC90-6EB15C8C8D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CE4D0-250D-7801-888F-9A83CD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3C8633-CBDD-33E9-0787-E4CA5EF62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62F6E-3B02-D296-1059-846F4E5A0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29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0FB15-5392-4EE1-52CD-46DD4A04C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47569-011C-665B-6F5D-D1A53D9346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18D1F-6F9F-1B89-9C98-6C38AE2019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7C875E-6808-B4E0-DF0C-06DCF3A2B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FFC423-C601-E9AE-4FA6-461661475B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06C479-1F8D-4D1E-0DBB-D1A0AD22D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27009D-8BC5-B256-6854-3F4CD5BD7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2C9D07-F454-ED75-72FF-C6C872E3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229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7F3A3-B175-6213-0BB3-B535F08FE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F38706-5F5E-D4EC-01F7-76E6A898F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D6F875-012F-3D31-3728-C14BAC27E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65AEF-37E0-1693-7DA1-F93AFFD0D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97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4BF736-6E9B-A9FF-DCD0-E1F0D21C6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AD49CD-C207-7FC8-9CCD-415D22CD8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5600-6E63-B6D7-8A66-D389B253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569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61CB5-39C7-875E-3D39-26215FD0E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02A96-B2B7-795F-3862-2B9D9E959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95095-A55E-3109-9DFF-6F646BDFC6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B1C4E2-594E-7287-25E3-06FF61542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6B6EB-B7A9-9AC6-7402-B1C8D4E98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66A85-38EA-112E-593B-0C0CF010B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904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C4467-7DAB-7D3A-A388-80AE1C9C6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143BB3-D4FB-11ED-5104-5C4CC8D6D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1F4BA-43CC-A879-B5D3-D2F441053F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F228E-4161-0007-DF48-96D103E74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B64899-E3EC-9176-B23E-5572ADB73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F6E88-518A-DD2E-E4F3-1DF5DCA38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92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5F15A-7290-42FD-1473-6F3E20575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F5AC25-B92B-8AC7-6579-0FF068BE8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9BE48-EB97-D4E5-A144-6BAE02EFD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5B7FB2-B677-6952-E408-ED50534A1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794AC-D1AE-561C-A9CC-A183C2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446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23CE8-6C9F-7FED-CE33-2DAC0D8961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C0B4CD-C94A-033F-50D1-EE96EB4A52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5C5689-1F73-487F-8FA7-7BFA645C6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BB13B-37CA-0982-C654-3C8A64D9E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8AC7ED-A39B-FEE2-B073-AB4BC3D75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8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80E7C0-A0A6-C1D2-EABB-B36AEC007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344FC-444D-5C55-D699-6F00680EFE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A57445-6A3A-9033-A395-C4B7B613B3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3F8889-C200-CBBB-F13C-407916157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3D2C9-D1DB-6A27-323F-F5A4F2FD4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94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DB8BD-2C02-39A9-BFA2-B17E7C9AE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EEP 547 – Linear System Theory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MinSeg</a:t>
            </a:r>
            <a:r>
              <a:rPr lang="en-US" dirty="0"/>
              <a:t>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1E33B-27C7-C212-45BE-664A5DA7E8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Presented by: </a:t>
            </a:r>
          </a:p>
          <a:p>
            <a:r>
              <a:rPr lang="en-US" dirty="0"/>
              <a:t>Matthew Russo</a:t>
            </a:r>
          </a:p>
          <a:p>
            <a:r>
              <a:rPr lang="en-US" dirty="0"/>
              <a:t>Jayce Gaddis</a:t>
            </a:r>
          </a:p>
        </p:txBody>
      </p:sp>
    </p:spTree>
    <p:extLst>
      <p:ext uri="{BB962C8B-B14F-4D97-AF65-F5344CB8AC3E}">
        <p14:creationId xmlns:p14="http://schemas.microsoft.com/office/powerpoint/2010/main" val="517862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EBAA-AC42-661D-6A58-CA4D71AF8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8222D-1D20-FDDD-7AB8-66B976DD9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31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4E9E2-26A4-6FD0-A2B2-458F8CB9E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624A6-6312-CB4B-4024-C3E0C69E0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50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CC64-46B7-17BB-6B9B-FAA1DF52C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9B27D-10B6-C5A9-9F93-E0904E364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644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80C9C-082F-3121-D7A0-C40883EB9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549BC-673D-B66B-CBB2-E60ECE9A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498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7705-EBFD-1344-F6BB-5D0EA9129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 and Estimator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4CFE0-C68C-0C39-DAF0-5047D0697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38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BC453-1CA5-0CF7-55D7-7A8B64E62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D843D-7607-E263-6BDB-A1C665543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439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282A0D-DB5D-6095-DAD7-BC9E1C619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Challenge:</a:t>
            </a:r>
            <a:b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b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Small typo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59FB152-8816-C547-BE73-C084969C1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613998"/>
            <a:ext cx="6780700" cy="362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2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ED8EC5-6B35-F0BB-5471-0642CC3E7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677F8784-B81D-345D-016C-0FB90371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71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37</Words>
  <Application>Microsoft Office PowerPoint</Application>
  <PresentationFormat>Widescreen</PresentationFormat>
  <Paragraphs>12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EEP 547 – Linear System Theory  MinSeg Project</vt:lpstr>
      <vt:lpstr>Model</vt:lpstr>
      <vt:lpstr>Analysis of Stability</vt:lpstr>
      <vt:lpstr>Controllability</vt:lpstr>
      <vt:lpstr>Observability</vt:lpstr>
      <vt:lpstr>Controller and Estimator</vt:lpstr>
      <vt:lpstr>Video proof?</vt:lpstr>
      <vt:lpstr>Challenge:  Small typo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mcrusso</dc:creator>
  <cp:lastModifiedBy>mcrusso</cp:lastModifiedBy>
  <cp:revision>2</cp:revision>
  <dcterms:created xsi:type="dcterms:W3CDTF">2025-12-01T23:06:05Z</dcterms:created>
  <dcterms:modified xsi:type="dcterms:W3CDTF">2025-12-02T00:16:29Z</dcterms:modified>
</cp:coreProperties>
</file>