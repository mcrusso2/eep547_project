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0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0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3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6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01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4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5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29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9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3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8096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21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181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4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54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0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39DC8-76EB-4A8A-AFCB-02BC78CA92B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5AA2A8-BEC5-4688-9943-33D123AC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1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DB8BD-2C02-39A9-BFA2-B17E7C9AE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EEP 547 – Linear System Theory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MinSeg</a:t>
            </a:r>
            <a:r>
              <a:rPr lang="en-US" dirty="0"/>
              <a:t>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1E33B-27C7-C212-45BE-664A5DA7E8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Presented by: </a:t>
            </a:r>
          </a:p>
          <a:p>
            <a:r>
              <a:rPr lang="en-US" dirty="0"/>
              <a:t>Matthew Russo</a:t>
            </a:r>
          </a:p>
          <a:p>
            <a:r>
              <a:rPr lang="en-US" dirty="0"/>
              <a:t>Jayce Gaddis</a:t>
            </a:r>
          </a:p>
        </p:txBody>
      </p:sp>
    </p:spTree>
    <p:extLst>
      <p:ext uri="{BB962C8B-B14F-4D97-AF65-F5344CB8AC3E}">
        <p14:creationId xmlns:p14="http://schemas.microsoft.com/office/powerpoint/2010/main" val="51786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EBAA-AC42-661D-6A58-CA4D71AF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8222D-1D20-FDDD-7AB8-66B976DD9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8131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4E9E2-26A4-6FD0-A2B2-458F8CB9E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of Stability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24A6-6312-CB4B-4024-C3E0C69E0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r>
              <a:rPr lang="en-US" dirty="0"/>
              <a:t>A =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fontAlgn="base"/>
            <a:r>
              <a:rPr lang="nl-NL" dirty="0"/>
              <a:t>Eigenvalues: 0, -578.8, 6.3332, -6.2592</a:t>
            </a:r>
          </a:p>
          <a:p>
            <a:r>
              <a:rPr lang="en-US" dirty="0"/>
              <a:t>Roots: </a:t>
            </a:r>
            <a:r>
              <a:rPr lang="nl-NL" dirty="0"/>
              <a:t>0, -578.8, 6.3332, -6.2592</a:t>
            </a:r>
          </a:p>
          <a:p>
            <a:endParaRPr lang="nl-NL" dirty="0"/>
          </a:p>
          <a:p>
            <a:r>
              <a:rPr lang="nl-NL" dirty="0"/>
              <a:t>No stability</a:t>
            </a:r>
          </a:p>
          <a:p>
            <a:pPr lvl="1"/>
            <a:r>
              <a:rPr lang="en-US" dirty="0"/>
              <a:t>Asymptotically stable? – positive eigenvalue</a:t>
            </a:r>
            <a:endParaRPr lang="nl-NL" dirty="0"/>
          </a:p>
          <a:p>
            <a:pPr lvl="1"/>
            <a:r>
              <a:rPr lang="nl-NL" dirty="0"/>
              <a:t>BIBO stable? – positive root</a:t>
            </a:r>
          </a:p>
          <a:p>
            <a:endParaRPr lang="nl-NL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F27007-E935-7BA4-29ED-3C3094F81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718383"/>
              </p:ext>
            </p:extLst>
          </p:nvPr>
        </p:nvGraphicFramePr>
        <p:xfrm>
          <a:off x="1464734" y="1860126"/>
          <a:ext cx="8128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441515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673126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497584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70795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93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-61.8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-2945.1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423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07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-516.9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209564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DF77B2BB-7350-A609-A2C6-C98A4E64BDAC}"/>
              </a:ext>
            </a:extLst>
          </p:cNvPr>
          <p:cNvSpPr>
            <a:spLocks/>
          </p:cNvSpPr>
          <p:nvPr/>
        </p:nvSpPr>
        <p:spPr>
          <a:xfrm>
            <a:off x="3395133" y="3527832"/>
            <a:ext cx="972164" cy="5291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71C168-9B41-168F-66C5-8371583F49CB}"/>
              </a:ext>
            </a:extLst>
          </p:cNvPr>
          <p:cNvSpPr>
            <a:spLocks/>
          </p:cNvSpPr>
          <p:nvPr/>
        </p:nvSpPr>
        <p:spPr>
          <a:xfrm>
            <a:off x="2743200" y="3898672"/>
            <a:ext cx="1041397" cy="5291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50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CC64-46B7-17BB-6B9B-FAA1DF52C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9B27D-10B6-C5A9-9F93-E0904E364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Length(A) = 4</a:t>
            </a:r>
          </a:p>
          <a:p>
            <a:endParaRPr lang="en-US" dirty="0"/>
          </a:p>
          <a:p>
            <a:r>
              <a:rPr lang="en-US" dirty="0" err="1"/>
              <a:t>ctrbRank</a:t>
            </a:r>
            <a:r>
              <a:rPr lang="en-US" dirty="0"/>
              <a:t> = 4</a:t>
            </a:r>
          </a:p>
          <a:p>
            <a:endParaRPr lang="en-US" dirty="0"/>
          </a:p>
          <a:p>
            <a:r>
              <a:rPr lang="en-US" dirty="0"/>
              <a:t>Controllable – able to reach any new state with controlled input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8FA99A-7787-0953-3ACD-B9AFD9103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904" y="1930400"/>
            <a:ext cx="6080969" cy="68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4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0C9C-082F-3121-D7A0-C40883EB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549BC-673D-B66B-CBB2-E60ECE9AF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Length(A) = 4</a:t>
            </a:r>
          </a:p>
          <a:p>
            <a:endParaRPr lang="en-US" dirty="0"/>
          </a:p>
          <a:p>
            <a:r>
              <a:rPr lang="en-US" dirty="0" err="1"/>
              <a:t>obsvRank</a:t>
            </a:r>
            <a:r>
              <a:rPr lang="en-US" dirty="0"/>
              <a:t> = 4</a:t>
            </a:r>
          </a:p>
          <a:p>
            <a:endParaRPr lang="en-US" dirty="0"/>
          </a:p>
          <a:p>
            <a:r>
              <a:rPr lang="en-US" dirty="0"/>
              <a:t>Observable – all states can be known from the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64765-E2D9-5D18-D201-A9ACD2777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915" y="1994958"/>
            <a:ext cx="6672791" cy="4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9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7705-EBFD-1344-F6BB-5D0EA912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and Estimator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CFE0-C68C-0C39-DAF0-5047D069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463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7146-D15A-DE84-5B35-0B90D1EA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7D19-4C11-61E8-63EF-9A56FADC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Stability – New poles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52E24-12B3-C614-C204-880B56920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desiredPropGainPoles</a:t>
            </a:r>
            <a:r>
              <a:rPr lang="en-US" dirty="0"/>
              <a:t> = [-24, -18, -16, -12];</a:t>
            </a:r>
          </a:p>
          <a:p>
            <a:endParaRPr lang="en-US" dirty="0"/>
          </a:p>
          <a:p>
            <a:r>
              <a:rPr lang="en-US" dirty="0" err="1"/>
              <a:t>A_cl</a:t>
            </a:r>
            <a:r>
              <a:rPr lang="en-US" dirty="0"/>
              <a:t> = A-BK =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Closed-loop eigenvalues = [-24, -18, -16, -12];</a:t>
            </a:r>
          </a:p>
          <a:p>
            <a:endParaRPr lang="en-US" dirty="0"/>
          </a:p>
          <a:p>
            <a:r>
              <a:rPr lang="en-US" dirty="0"/>
              <a:t>System Stable~!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A51490-E095-838D-7D00-63D049F89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517693"/>
              </p:ext>
            </p:extLst>
          </p:nvPr>
        </p:nvGraphicFramePr>
        <p:xfrm>
          <a:off x="2603038" y="2973388"/>
          <a:ext cx="6469844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17461">
                  <a:extLst>
                    <a:ext uri="{9D8B030D-6E8A-4147-A177-3AD203B41FA5}">
                      <a16:colId xmlns:a16="http://schemas.microsoft.com/office/drawing/2014/main" val="2411788890"/>
                    </a:ext>
                  </a:extLst>
                </a:gridCol>
                <a:gridCol w="1617461">
                  <a:extLst>
                    <a:ext uri="{9D8B030D-6E8A-4147-A177-3AD203B41FA5}">
                      <a16:colId xmlns:a16="http://schemas.microsoft.com/office/drawing/2014/main" val="4138382107"/>
                    </a:ext>
                  </a:extLst>
                </a:gridCol>
                <a:gridCol w="1617461">
                  <a:extLst>
                    <a:ext uri="{9D8B030D-6E8A-4147-A177-3AD203B41FA5}">
                      <a16:colId xmlns:a16="http://schemas.microsoft.com/office/drawing/2014/main" val="3185096910"/>
                    </a:ext>
                  </a:extLst>
                </a:gridCol>
                <a:gridCol w="1617461">
                  <a:extLst>
                    <a:ext uri="{9D8B030D-6E8A-4147-A177-3AD203B41FA5}">
                      <a16:colId xmlns:a16="http://schemas.microsoft.com/office/drawing/2014/main" val="3980053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79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-13425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-2167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900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039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-2364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341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89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BC453-1CA5-0CF7-55D7-7A8B64E62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proof?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D843D-7607-E263-6BDB-A1C66554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39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5CF1-196F-37FD-687F-F38B90C6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FEEF-3BF4-8897-FDE1-84E77691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359FB152-8816-C547-BE73-C084969C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716" y="1554731"/>
            <a:ext cx="6780700" cy="362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55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D8EC5-6B35-F0BB-5471-0642CC3E7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677F8784-B81D-345D-016C-0FB90371C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714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449</TotalTime>
  <Words>195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EEP 547 – Linear System Theory  MinSeg Project</vt:lpstr>
      <vt:lpstr>Model</vt:lpstr>
      <vt:lpstr>Analysis of Stability</vt:lpstr>
      <vt:lpstr>Controllability</vt:lpstr>
      <vt:lpstr>Observability</vt:lpstr>
      <vt:lpstr>Controller and Estimator</vt:lpstr>
      <vt:lpstr>Analysis of Stability – New poles</vt:lpstr>
      <vt:lpstr>Video proof?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mcrusso</dc:creator>
  <cp:lastModifiedBy>mcrusso</cp:lastModifiedBy>
  <cp:revision>4</cp:revision>
  <dcterms:created xsi:type="dcterms:W3CDTF">2025-12-01T23:06:05Z</dcterms:created>
  <dcterms:modified xsi:type="dcterms:W3CDTF">2025-12-02T06:37:03Z</dcterms:modified>
</cp:coreProperties>
</file>